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299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Connect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Research Paper Discovery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K.V. Koushal  •  2520030009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Charan Sai  •  2520030173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K. Shashank  •  2520030215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54864" cy="44119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year, thousands of research papers are published, making it difficult for students and researchers to find relevant papers quickly. Research Connect is a smart research paper search system that allows users to search papers by title, author, keywords, and research domain. 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also suggests similar papers based on content similarity and supports typo-tolerant searching. The project uses advanced algorithms such as KMP for fast keyword searching, Edit Distance for fuzzy search, Suffix Array/LCP for document similarity, and Graph algorithms to show citation relationships between papers.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demonstrates how advanced data structures and algorithms can improve the speed and accuracy of research paper discovery.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54864" cy="44119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relevant research papers from thousands of available papers is difficult and time-consuming. Normal searching often fails when users make spelling mistakes or want similar papers. 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a need for an intelligent search system that provides: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Fast searching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Fuzzy matching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Similarity detection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Citation analysis using advanced algorithms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54864" cy="44119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Functionalities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789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Login &amp; Authentication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research papers to the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title, author, keyword, or domain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keyword search using KMP algorithm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346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with spelling mistake tolerance (Edit Distance)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649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similar research papers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749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citation connections between papers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79392"/>
            <a:ext cx="137160" cy="13716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papers by year or category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54864" cy="44119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Languages &amp; Tools: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Language: Java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Database: MySQL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IDE: IntelliJ IDEA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Frontend: Java Swing (or JavaFX)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Algorithms: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KMP Algorithm (Fast Pattern Search)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Edit Distance (Fuzzy Search)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Suffix Array / LCP (Document Similarity)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Graph Algorithms (Citation Network)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Hashing (Fast Lookup)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36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0"/>
            <a:ext cx="54864" cy="441198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0A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Connect will help users quickly find research papers, even if they enter incorrect spellings. 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Benefits: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Intelligent paper recommendation system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Display of citation relationships and networks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Faster search compared to traditional methods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Improved user experience with fuzzy matching</a:t>
            </a: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endParaRPr lang="en-US" sz="1400" dirty="0"/>
          </a:p>
          <a:p>
            <a:pPr marL="0" indent="0" algn="l">
              <a:lnSpc>
                <a:spcPts val="24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the practical application of advanced Data Structures &amp; Algorithms (DSA) in real-world research systems.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</Words>
  <Application>Microsoft Office PowerPoint</Application>
  <PresentationFormat>On-screen Show (16:9)</PresentationFormat>
  <Paragraphs>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yerrapragadacharansai@gmail.com</cp:lastModifiedBy>
  <cp:revision>1</cp:revision>
  <dcterms:created xsi:type="dcterms:W3CDTF">2026-08-12T13:52:52Z</dcterms:created>
  <dcterms:modified xsi:type="dcterms:W3CDTF">2026-08-12T13:54:24Z</dcterms:modified>
</cp:coreProperties>
</file>